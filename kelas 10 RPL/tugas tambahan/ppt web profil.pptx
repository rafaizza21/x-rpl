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Pengembangan Web Portfolio</a:t>
            </a:r>
          </a:p>
          <a:p>
            <a:r>
              <a:t>Interaktif Full‑Stack React &amp; Laravel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M. Rafa Izzaul Haqi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Absen 21 • Kelas X RPL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457200"/>
            <a:ext cx="2011680" cy="4114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512064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Latar Belakang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7772400" cy="32004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6858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Portofolio digital menjadi media utama menunjukkan kemampuan dan karya.</a:t>
            </a:r>
          </a:p>
          <a:p>
            <a:pPr>
              <a:defRPr sz="1800"/>
            </a:pPr>
            <a:r>
              <a:t>• Tampilan interaktif meningkatkan pengalaman pengguna.</a:t>
            </a:r>
          </a:p>
          <a:p>
            <a:pPr>
              <a:defRPr sz="1800"/>
            </a:pPr>
            <a:r>
              <a:t>• Integrasi frontend dan backend memudahkan pengelolaan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512064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Tujuan Pembuatan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7772400" cy="32004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6858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Menampilkan profil dan karya secara profesional.</a:t>
            </a:r>
          </a:p>
          <a:p>
            <a:pPr>
              <a:defRPr sz="1800"/>
            </a:pPr>
            <a:r>
              <a:t>• Mempermudah pengelolaan data melalui dashboard.</a:t>
            </a:r>
          </a:p>
          <a:p>
            <a:pPr>
              <a:defRPr sz="1800"/>
            </a:pPr>
            <a:r>
              <a:t>• Menerapkan konsep Single Page Application (SPA).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512064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Teknologi yang Digunakan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7772400" cy="32004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6858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React</a:t>
            </a:r>
          </a:p>
          <a:p>
            <a:pPr>
              <a:defRPr sz="1800"/>
            </a:pPr>
            <a:r>
              <a:t>• Vite</a:t>
            </a:r>
          </a:p>
          <a:p>
            <a:pPr>
              <a:defRPr sz="1800"/>
            </a:pPr>
            <a:r>
              <a:t>• Axios</a:t>
            </a:r>
          </a:p>
          <a:p>
            <a:pPr>
              <a:defRPr sz="1800"/>
            </a:pPr>
            <a:r>
              <a:t>• Laravel</a:t>
            </a:r>
          </a:p>
          <a:p>
            <a:pPr>
              <a:defRPr sz="1800"/>
            </a:pPr>
            <a:r>
              <a:t>• SQLite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512064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Cara Kerja Website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7772400" cy="32004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6858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Frontend mengirim request ke API.</a:t>
            </a:r>
          </a:p>
          <a:p>
            <a:pPr>
              <a:defRPr sz="1800"/>
            </a:pPr>
            <a:r>
              <a:t>• Laravel memproses logika dan validasi.</a:t>
            </a:r>
          </a:p>
          <a:p>
            <a:pPr>
              <a:defRPr sz="1800"/>
            </a:pPr>
            <a:r>
              <a:t>• Data disimpan pada SQLite.</a:t>
            </a:r>
          </a:p>
          <a:p>
            <a:pPr>
              <a:defRPr sz="1800"/>
            </a:pPr>
            <a:r>
              <a:t>• Hasil ditampilkan kembali di React.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512064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Fitur Utama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7772400" cy="32004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6858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SPA</a:t>
            </a:r>
          </a:p>
          <a:p>
            <a:pPr>
              <a:defRPr sz="1800"/>
            </a:pPr>
            <a:r>
              <a:t>• Active Navigation</a:t>
            </a:r>
          </a:p>
          <a:p>
            <a:pPr>
              <a:defRPr sz="1800"/>
            </a:pPr>
            <a:r>
              <a:t>• Dynamic Grid</a:t>
            </a:r>
          </a:p>
          <a:p>
            <a:pPr>
              <a:defRPr sz="1800"/>
            </a:pPr>
            <a:r>
              <a:t>• Admin Dashboard</a:t>
            </a:r>
          </a:p>
          <a:p>
            <a:pPr>
              <a:defRPr sz="1800"/>
            </a:pPr>
            <a:r>
              <a:t>• Snowfall Animation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512064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Struktur Proyek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7772400" cy="32004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6858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Frontend: Components, Pages, Assets, Services</a:t>
            </a:r>
          </a:p>
          <a:p>
            <a:pPr>
              <a:defRPr sz="1800"/>
            </a:pPr>
            <a:r>
              <a:t>• Backend: Routes, Controllers, Models,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512064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Pemanfaatan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7772400" cy="32004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6858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Membantu penyelesaian database SQLite</a:t>
            </a:r>
          </a:p>
          <a:p>
            <a:pPr>
              <a:defRPr sz="1800"/>
            </a:pPr>
            <a:r>
              <a:t>• Perbaikan error CORS</a:t>
            </a:r>
          </a:p>
          <a:p>
            <a:pPr>
              <a:defRPr sz="1800"/>
            </a:pPr>
            <a:r>
              <a:t>• Penyempurnaan desain dan warna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512064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Kelebihan Website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7772400" cy="32004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6858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Cepat</a:t>
            </a:r>
          </a:p>
          <a:p>
            <a:pPr>
              <a:defRPr sz="1800"/>
            </a:pPr>
            <a:r>
              <a:t>• Responsif</a:t>
            </a:r>
          </a:p>
          <a:p>
            <a:pPr>
              <a:defRPr sz="1800"/>
            </a:pPr>
            <a:r>
              <a:t>• Dinamis</a:t>
            </a:r>
          </a:p>
          <a:p>
            <a:pPr>
              <a:defRPr sz="1800"/>
            </a:pPr>
            <a:r>
              <a:t>• Aman</a:t>
            </a:r>
          </a:p>
          <a:p>
            <a:pPr>
              <a:defRPr sz="1800"/>
            </a:pPr>
            <a:r>
              <a:t>• Interaktif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512064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Kesimpulan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7772400" cy="320040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6858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Integrasi full-stack berhasil diterapkan.</a:t>
            </a:r>
          </a:p>
          <a:p>
            <a:pPr>
              <a:defRPr sz="1800"/>
            </a:pPr>
            <a:r>
              <a:t>• Menunjukkan pemahaman pengembangan web modern.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